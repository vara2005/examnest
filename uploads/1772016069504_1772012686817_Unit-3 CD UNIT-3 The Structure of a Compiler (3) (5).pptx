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6/20/2024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UNIT I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6600" dirty="0" smtClean="0"/>
              <a:t>Introduction</a:t>
            </a:r>
            <a:endParaRPr lang="en-IN" sz="6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Language Processors: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Compiler:</a:t>
            </a:r>
            <a:r>
              <a:rPr lang="en-IN" dirty="0" smtClean="0"/>
              <a:t>  A compiler is a program that can read a program in one language (source language) and translate it into an equivalent program in another language (target language). </a:t>
            </a:r>
          </a:p>
          <a:p>
            <a:endParaRPr lang="en-IN" dirty="0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733800"/>
            <a:ext cx="5181600" cy="22188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Language Processors: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/>
              <a:t>Interpreter:</a:t>
            </a:r>
            <a:r>
              <a:rPr lang="en-IN" dirty="0" smtClean="0"/>
              <a:t> An interpreter is another common kind of language processor. Instead of producing a target program as a translation, an interpreter appears to directly execute the operations specified in the source program on inputs supplied by the user.</a:t>
            </a:r>
          </a:p>
          <a:p>
            <a:pPr lvl="1"/>
            <a:r>
              <a:rPr lang="en-IN" dirty="0" smtClean="0"/>
              <a:t>The machine-language target program produced by a compiler is usually much faster than an interpreter at mapping inputs to outputs. </a:t>
            </a:r>
          </a:p>
          <a:p>
            <a:pPr lvl="1"/>
            <a:r>
              <a:rPr lang="en-IN" dirty="0" smtClean="0"/>
              <a:t>An interpreter, however, can usually give better error diagnostics than a compiler, because it executes the source program statement by statement.</a:t>
            </a:r>
          </a:p>
          <a:p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Language Processors: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 smtClean="0"/>
              <a:t>A language-processing system typically involves – </a:t>
            </a:r>
            <a:r>
              <a:rPr lang="en-IN" dirty="0" err="1" smtClean="0"/>
              <a:t>preprocessor</a:t>
            </a:r>
            <a:r>
              <a:rPr lang="en-IN" dirty="0" smtClean="0"/>
              <a:t>, compiler, assembler and linker/loader – in translating source program to target machine code.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3352800"/>
            <a:ext cx="4114800" cy="3313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The Analysis-Synthesis Model of Compilation: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two parts to compilation </a:t>
            </a:r>
            <a:endParaRPr lang="en-IN" dirty="0" smtClean="0"/>
          </a:p>
          <a:p>
            <a:pPr lvl="1"/>
            <a:r>
              <a:rPr lang="en-US" dirty="0" smtClean="0"/>
              <a:t>Analysis </a:t>
            </a:r>
            <a:endParaRPr lang="en-IN" dirty="0" smtClean="0"/>
          </a:p>
          <a:p>
            <a:pPr lvl="1"/>
            <a:r>
              <a:rPr lang="en-US" dirty="0" smtClean="0"/>
              <a:t>Synthesis</a:t>
            </a:r>
            <a:endParaRPr lang="en-IN" dirty="0" smtClean="0"/>
          </a:p>
          <a:p>
            <a:r>
              <a:rPr lang="en-US" b="1" dirty="0" smtClean="0"/>
              <a:t>Analysis:  </a:t>
            </a:r>
            <a:r>
              <a:rPr lang="en-US" dirty="0" smtClean="0"/>
              <a:t>The analysis part breaks up the source program into constituent pieces and creates an intermediate representation of the source program.</a:t>
            </a:r>
            <a:endParaRPr lang="en-IN" dirty="0" smtClean="0"/>
          </a:p>
          <a:p>
            <a:pPr marL="274320" lvl="1" indent="-274320">
              <a:buClr>
                <a:schemeClr val="accent3"/>
              </a:buClr>
              <a:buSzPct val="95000"/>
            </a:pPr>
            <a:r>
              <a:rPr lang="en-US" b="1" dirty="0" smtClean="0"/>
              <a:t>Synthesis: </a:t>
            </a:r>
            <a:r>
              <a:rPr lang="en-US" dirty="0" smtClean="0"/>
              <a:t>The synthesis part constructs the desired target program from the intermediate representation.</a:t>
            </a: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The Phases of a Compiler: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1981200"/>
            <a:ext cx="5724525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Phases of a Compiler: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The compiler implementation process is divided into two parts.</a:t>
            </a:r>
            <a:endParaRPr lang="en-IN" sz="2800" dirty="0" smtClean="0"/>
          </a:p>
          <a:p>
            <a:pPr lvl="1"/>
            <a:r>
              <a:rPr lang="en-US" dirty="0" smtClean="0"/>
              <a:t>Analysis of source program</a:t>
            </a:r>
            <a:endParaRPr lang="en-IN" dirty="0" smtClean="0"/>
          </a:p>
          <a:p>
            <a:pPr lvl="2"/>
            <a:r>
              <a:rPr lang="en-US" dirty="0" smtClean="0"/>
              <a:t>Lexical analysis</a:t>
            </a:r>
            <a:endParaRPr lang="en-IN" dirty="0" smtClean="0"/>
          </a:p>
          <a:p>
            <a:pPr lvl="2"/>
            <a:r>
              <a:rPr lang="en-US" dirty="0" smtClean="0"/>
              <a:t>Syntax analysis</a:t>
            </a:r>
            <a:endParaRPr lang="en-IN" dirty="0" smtClean="0"/>
          </a:p>
          <a:p>
            <a:pPr lvl="2"/>
            <a:r>
              <a:rPr lang="en-US" dirty="0" smtClean="0"/>
              <a:t>Semantic analysis</a:t>
            </a:r>
            <a:endParaRPr lang="en-IN" dirty="0" smtClean="0"/>
          </a:p>
          <a:p>
            <a:pPr lvl="1"/>
            <a:r>
              <a:rPr lang="en-US" dirty="0" smtClean="0"/>
              <a:t>Synthesis of target program</a:t>
            </a:r>
            <a:endParaRPr lang="en-IN" dirty="0" smtClean="0"/>
          </a:p>
          <a:p>
            <a:pPr lvl="2"/>
            <a:r>
              <a:rPr lang="en-US" dirty="0" smtClean="0"/>
              <a:t>Intermediate code generation</a:t>
            </a:r>
            <a:endParaRPr lang="en-IN" dirty="0" smtClean="0"/>
          </a:p>
          <a:p>
            <a:pPr lvl="2"/>
            <a:r>
              <a:rPr lang="en-US" dirty="0" smtClean="0"/>
              <a:t>Code optimization</a:t>
            </a:r>
            <a:endParaRPr lang="en-IN" dirty="0" smtClean="0"/>
          </a:p>
          <a:p>
            <a:pPr lvl="2"/>
            <a:r>
              <a:rPr lang="en-US" dirty="0" smtClean="0"/>
              <a:t>Code generation</a:t>
            </a: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Phases of a Compiler: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b="1" dirty="0" smtClean="0"/>
              <a:t>Lexical Analysis:</a:t>
            </a:r>
          </a:p>
          <a:p>
            <a:pPr lvl="1"/>
            <a:r>
              <a:rPr lang="en-US" dirty="0" smtClean="0"/>
              <a:t>The lexical analysis phase reads the character in the source program and groups them into a stream of tokens.</a:t>
            </a:r>
          </a:p>
          <a:p>
            <a:pPr lvl="1"/>
            <a:r>
              <a:rPr lang="en-US" dirty="0" smtClean="0"/>
              <a:t>The lexical analysis, not only recognizes tokens but also the code value for that tokens.</a:t>
            </a:r>
            <a:endParaRPr lang="en-US" b="1" dirty="0" smtClean="0"/>
          </a:p>
          <a:p>
            <a:pPr>
              <a:buNone/>
            </a:pPr>
            <a:r>
              <a:rPr lang="en-US" b="1" dirty="0" smtClean="0"/>
              <a:t>E.g.         </a:t>
            </a:r>
            <a:r>
              <a:rPr lang="en-US" dirty="0" smtClean="0"/>
              <a:t>position:= initial + rate * 60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Would be grouped in to the following tokens.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i="1" dirty="0" smtClean="0"/>
              <a:t>Position               identifier</a:t>
            </a:r>
            <a:endParaRPr lang="en-IN" i="1" dirty="0" smtClean="0"/>
          </a:p>
          <a:p>
            <a:pPr>
              <a:buNone/>
            </a:pPr>
            <a:r>
              <a:rPr lang="en-US" i="1" dirty="0" smtClean="0"/>
              <a:t>			:=  		assignment</a:t>
            </a:r>
            <a:endParaRPr lang="en-IN" i="1" dirty="0" smtClean="0"/>
          </a:p>
          <a:p>
            <a:pPr>
              <a:buNone/>
            </a:pPr>
            <a:r>
              <a:rPr lang="en-US" i="1" dirty="0" smtClean="0"/>
              <a:t>			Initial                  identifier</a:t>
            </a:r>
            <a:endParaRPr lang="en-IN" i="1" dirty="0" smtClean="0"/>
          </a:p>
          <a:p>
            <a:pPr>
              <a:buNone/>
            </a:pPr>
            <a:r>
              <a:rPr lang="en-US" i="1" dirty="0" smtClean="0"/>
              <a:t>			+ 	              plus sign</a:t>
            </a:r>
            <a:endParaRPr lang="en-IN" i="1" dirty="0" smtClean="0"/>
          </a:p>
          <a:p>
            <a:pPr>
              <a:buNone/>
            </a:pPr>
            <a:r>
              <a:rPr lang="en-US" i="1" dirty="0" smtClean="0"/>
              <a:t>			Rate		identifier</a:t>
            </a:r>
            <a:endParaRPr lang="en-IN" i="1" dirty="0" smtClean="0"/>
          </a:p>
          <a:p>
            <a:pPr>
              <a:buNone/>
            </a:pPr>
            <a:r>
              <a:rPr lang="en-US" i="1" dirty="0" smtClean="0"/>
              <a:t>			‘*’                	multiplication sign</a:t>
            </a:r>
            <a:endParaRPr lang="en-IN" i="1" dirty="0" smtClean="0"/>
          </a:p>
          <a:p>
            <a:pPr>
              <a:buNone/>
            </a:pPr>
            <a:r>
              <a:rPr lang="en-US" i="1" dirty="0" smtClean="0"/>
              <a:t>			60		constant.</a:t>
            </a:r>
            <a:endParaRPr lang="en-IN" i="1" dirty="0" smtClean="0"/>
          </a:p>
          <a:p>
            <a:pPr lvl="0"/>
            <a:endParaRPr lang="en-US" b="1" dirty="0" smtClean="0"/>
          </a:p>
          <a:p>
            <a:pPr lvl="0"/>
            <a:endParaRPr lang="en-US" b="1" dirty="0" smtClean="0"/>
          </a:p>
          <a:p>
            <a:pPr lvl="1"/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Phases of a Compiler: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Syntax Analysis:</a:t>
            </a:r>
            <a:endParaRPr lang="en-IN" b="1" dirty="0" smtClean="0"/>
          </a:p>
          <a:p>
            <a:pPr lvl="1"/>
            <a:r>
              <a:rPr lang="en-US" dirty="0" smtClean="0"/>
              <a:t>Hierarchical analysis is called parsing or syntax analysis. </a:t>
            </a:r>
          </a:p>
          <a:p>
            <a:r>
              <a:rPr lang="en-US" b="1" dirty="0" smtClean="0"/>
              <a:t>Function of Syntax Analysis:</a:t>
            </a:r>
          </a:p>
          <a:p>
            <a:pPr lvl="1"/>
            <a:r>
              <a:rPr lang="en-US" dirty="0" smtClean="0"/>
              <a:t>It first checks for the tokens given by lexical analysis whether they are permitted by the specification of the source language.</a:t>
            </a:r>
          </a:p>
          <a:p>
            <a:pPr lvl="1"/>
            <a:r>
              <a:rPr lang="en-US" dirty="0" smtClean="0"/>
              <a:t>It constructs a tree structure of the incoming token stream by identifying which parts of the token stream should be grouped together and known as parse tree of tokens.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Phases of a Compiler: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Parese</a:t>
            </a:r>
            <a:r>
              <a:rPr lang="en-US" dirty="0" smtClean="0"/>
              <a:t> Tree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362200"/>
            <a:ext cx="7990367" cy="3579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Phases of a Compiler: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Semantic Analysis:</a:t>
            </a:r>
          </a:p>
          <a:p>
            <a:pPr lvl="1"/>
            <a:r>
              <a:rPr lang="en-US" dirty="0" smtClean="0"/>
              <a:t>Checks the source program for semantic errors and gathers the information for the subsequent code generation phase.</a:t>
            </a:r>
            <a:endParaRPr lang="en-US" b="1" dirty="0" smtClean="0"/>
          </a:p>
          <a:p>
            <a:pPr lvl="1"/>
            <a:r>
              <a:rPr lang="en-US" dirty="0" smtClean="0"/>
              <a:t>An important component of semantic analysis is type checking. </a:t>
            </a:r>
            <a:endParaRPr lang="en-US" b="1" dirty="0" smtClean="0"/>
          </a:p>
          <a:p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Phases of a Compiler: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Syntax Tree</a:t>
            </a: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2438400"/>
            <a:ext cx="4993899" cy="315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Phases of a Compiler: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Intermediate Code Generation:</a:t>
            </a:r>
          </a:p>
          <a:p>
            <a:pPr lvl="1"/>
            <a:r>
              <a:rPr lang="en-US" dirty="0" smtClean="0"/>
              <a:t>Transforms the parse tree into an intermediate language representation of the source program.</a:t>
            </a:r>
          </a:p>
          <a:p>
            <a:pPr lvl="1"/>
            <a:r>
              <a:rPr lang="en-US" dirty="0" smtClean="0"/>
              <a:t>Different forms of intermediate language</a:t>
            </a:r>
            <a:endParaRPr lang="en-IN" dirty="0" smtClean="0"/>
          </a:p>
          <a:p>
            <a:pPr lvl="2"/>
            <a:r>
              <a:rPr lang="en-US" dirty="0" smtClean="0"/>
              <a:t>Post-fix Notation</a:t>
            </a:r>
          </a:p>
          <a:p>
            <a:pPr lvl="2"/>
            <a:r>
              <a:rPr lang="en-US" dirty="0" smtClean="0"/>
              <a:t>Three address statements</a:t>
            </a:r>
          </a:p>
          <a:p>
            <a:pPr lvl="2"/>
            <a:r>
              <a:rPr lang="en-US" smtClean="0"/>
              <a:t>Syntax </a:t>
            </a:r>
            <a:r>
              <a:rPr lang="en-US" smtClean="0"/>
              <a:t>Tree &amp; DAG</a:t>
            </a:r>
            <a:endParaRPr lang="en-US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Phases of a Compiler: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Three Address Statements:</a:t>
            </a:r>
          </a:p>
          <a:p>
            <a:pPr lvl="2">
              <a:buNone/>
            </a:pPr>
            <a:r>
              <a:rPr lang="en-US" dirty="0" smtClean="0"/>
              <a:t>	temp1:= </a:t>
            </a:r>
            <a:r>
              <a:rPr lang="en-US" dirty="0" err="1" smtClean="0"/>
              <a:t>inttoreal</a:t>
            </a:r>
            <a:r>
              <a:rPr lang="en-US" dirty="0" smtClean="0"/>
              <a:t>(60);</a:t>
            </a:r>
          </a:p>
          <a:p>
            <a:pPr lvl="2">
              <a:buNone/>
            </a:pPr>
            <a:r>
              <a:rPr lang="en-US" dirty="0" smtClean="0"/>
              <a:t>	temp2:=id3 * temp1;</a:t>
            </a:r>
          </a:p>
          <a:p>
            <a:pPr lvl="2">
              <a:buNone/>
            </a:pPr>
            <a:r>
              <a:rPr lang="en-US" dirty="0" smtClean="0"/>
              <a:t>	temp3:= id2+ temp2;</a:t>
            </a:r>
          </a:p>
          <a:p>
            <a:pPr lvl="2">
              <a:buNone/>
            </a:pPr>
            <a:r>
              <a:rPr lang="en-US" dirty="0" smtClean="0"/>
              <a:t>	id1:= temp3;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Phases of a Compiler: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Code Optimization:</a:t>
            </a:r>
          </a:p>
          <a:p>
            <a:pPr lvl="1"/>
            <a:r>
              <a:rPr lang="en-US" dirty="0" smtClean="0"/>
              <a:t>The code optimization phase attempts to improve the intermediate code, so that faster running machine code will be produced.</a:t>
            </a:r>
          </a:p>
          <a:p>
            <a:r>
              <a:rPr lang="en-US" dirty="0" smtClean="0"/>
              <a:t>Optimization is done in two ways.</a:t>
            </a:r>
          </a:p>
          <a:p>
            <a:pPr lvl="1"/>
            <a:r>
              <a:rPr lang="en-US" dirty="0" smtClean="0"/>
              <a:t>Local optimization</a:t>
            </a:r>
          </a:p>
          <a:p>
            <a:pPr lvl="1"/>
            <a:r>
              <a:rPr lang="en-US" dirty="0" smtClean="0"/>
              <a:t>Loop optimization</a:t>
            </a:r>
          </a:p>
          <a:p>
            <a:r>
              <a:rPr lang="en-US" dirty="0" err="1" smtClean="0"/>
              <a:t>Eg</a:t>
            </a:r>
            <a:r>
              <a:rPr lang="en-US" dirty="0" smtClean="0"/>
              <a:t>:  temp: = id3 * 60.0</a:t>
            </a:r>
            <a:endParaRPr lang="en-IN" dirty="0" smtClean="0"/>
          </a:p>
          <a:p>
            <a:pPr>
              <a:buNone/>
            </a:pPr>
            <a:r>
              <a:rPr lang="en-US" dirty="0" smtClean="0"/>
              <a:t>           id1:= id2 +temp1</a:t>
            </a:r>
            <a:endParaRPr lang="en-IN" dirty="0" smtClean="0"/>
          </a:p>
          <a:p>
            <a:endParaRPr lang="en-IN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The Phases of a Compiler: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Code Generation: </a:t>
            </a:r>
          </a:p>
          <a:p>
            <a:pPr lvl="1"/>
            <a:r>
              <a:rPr lang="en-US" dirty="0" smtClean="0"/>
              <a:t>Consisting normally of </a:t>
            </a:r>
            <a:r>
              <a:rPr lang="en-US" dirty="0" err="1" smtClean="0"/>
              <a:t>relocatable</a:t>
            </a:r>
            <a:r>
              <a:rPr lang="en-US" dirty="0" smtClean="0"/>
              <a:t> machine code or assembly code. </a:t>
            </a:r>
          </a:p>
          <a:p>
            <a:pPr lvl="1"/>
            <a:r>
              <a:rPr lang="en-US" dirty="0" smtClean="0"/>
              <a:t>Memory locations are selected for each of the variables used by the program. </a:t>
            </a:r>
          </a:p>
          <a:p>
            <a:pPr lvl="1"/>
            <a:r>
              <a:rPr lang="en-US" dirty="0" smtClean="0"/>
              <a:t>Then intermediate instructions are each translated into a sequence of machine instructions that perform the same task.</a:t>
            </a:r>
            <a:endParaRPr lang="en-IN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24600" y="5105400"/>
            <a:ext cx="1371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112</TotalTime>
  <Words>588</Words>
  <Application>Microsoft Office PowerPoint</Application>
  <PresentationFormat>On-screen Show (4:3)</PresentationFormat>
  <Paragraphs>82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Flow</vt:lpstr>
      <vt:lpstr>UNIT I </vt:lpstr>
      <vt:lpstr>Language Processors:</vt:lpstr>
      <vt:lpstr>Language Processors:</vt:lpstr>
      <vt:lpstr>Language Processors:</vt:lpstr>
      <vt:lpstr>The Analysis-Synthesis Model of Compilation:</vt:lpstr>
      <vt:lpstr>The Phases of a Compiler:</vt:lpstr>
      <vt:lpstr>The Phases of a Compiler:</vt:lpstr>
      <vt:lpstr>The Phases of a Compiler:</vt:lpstr>
      <vt:lpstr>The Phases of a Compiler:</vt:lpstr>
      <vt:lpstr>The Phases of a Compiler:</vt:lpstr>
      <vt:lpstr>The Phases of a Compiler:</vt:lpstr>
      <vt:lpstr>The Phases of a Compiler:</vt:lpstr>
      <vt:lpstr>The Phases of a Compiler:</vt:lpstr>
      <vt:lpstr>The Phases of a Compiler:</vt:lpstr>
      <vt:lpstr>The Phases of a Compiler:</vt:lpstr>
      <vt:lpstr>The Phases of a Compiler: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 </dc:title>
  <dc:creator>vit</dc:creator>
  <cp:lastModifiedBy>vit</cp:lastModifiedBy>
  <cp:revision>29</cp:revision>
  <dcterms:created xsi:type="dcterms:W3CDTF">2006-08-16T00:00:00Z</dcterms:created>
  <dcterms:modified xsi:type="dcterms:W3CDTF">2024-06-20T10:32:58Z</dcterms:modified>
</cp:coreProperties>
</file>